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1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572000"/>
            <a:ext cx="3108960" cy="3108960"/>
          </a:xfrm>
          <a:prstGeom prst="ellipse">
            <a:avLst/>
          </a:prstGeom>
          <a:solidFill>
            <a:srgbClr val="97BC62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463040"/>
            <a:ext cx="2926080" cy="2926080"/>
          </a:xfrm>
          <a:prstGeom prst="ellipse">
            <a:avLst/>
          </a:prstGeom>
          <a:solidFill>
            <a:srgbClr val="97BC62">
              <a:alpha val="60000"/>
            </a:srgbClr>
          </a:solidFill>
          <a:ln/>
        </p:spPr>
      </p:sp>
      <p:pic>
        <p:nvPicPr>
          <p:cNvPr id="4" name="Image 0" descr="/home/claude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502920"/>
            <a:ext cx="2468880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737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25SC2107E  ·  A.Y. 2026–2027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1488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4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Soil Quality Classification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Random Forest and Decision Tree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4297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4590288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Naveen  (2520030518)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Advaith  (2520030524)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Shashe Preetham  (2520030534)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0" y="4297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0" y="459028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G. Ravindra Babu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486400" y="488289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Professor, Department of CSE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2960" y="5806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19  ·  Section 6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6108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– 500090, Telangana, India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E4020"/>
          </a:solidFill>
          <a:ln/>
        </p:spPr>
      </p:sp>
      <p:pic>
        <p:nvPicPr>
          <p:cNvPr id="3" name="Image 0" descr="/home/claude/icons_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3035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105156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soil-quality classification system that helps farmers and agricultural stakeholders assess land health accurately, using machine learning to turn raw soil-parameter data into actionable, reliable predictions.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589520" y="1051560"/>
            <a:ext cx="3931920" cy="4434840"/>
          </a:xfrm>
          <a:prstGeom prst="roundRect">
            <a:avLst>
              <a:gd name="adj" fmla="val 2326"/>
            </a:avLst>
          </a:prstGeom>
          <a:solidFill>
            <a:srgbClr val="233324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0" y="12984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8871E"/>
          </a:solidFill>
          <a:ln/>
        </p:spPr>
      </p:sp>
      <p:pic>
        <p:nvPicPr>
          <p:cNvPr id="8" name="Image 1" descr="/home/claude/icons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9852" y="1394460"/>
            <a:ext cx="26517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58200" y="12984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7863840" y="2011680"/>
            <a:ext cx="91440" cy="91440"/>
          </a:xfrm>
          <a:prstGeom prst="oval">
            <a:avLst/>
          </a:prstGeom>
          <a:solidFill>
            <a:srgbClr val="97BC62"/>
          </a:solidFill>
          <a:ln/>
        </p:spPr>
      </p:sp>
      <p:sp>
        <p:nvSpPr>
          <p:cNvPr id="11" name="Text 7"/>
          <p:cNvSpPr/>
          <p:nvPr/>
        </p:nvSpPr>
        <p:spPr>
          <a:xfrm>
            <a:off x="8092440" y="18562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7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decision-making for land &amp; crop planning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863840" y="2670048"/>
            <a:ext cx="91440" cy="91440"/>
          </a:xfrm>
          <a:prstGeom prst="oval">
            <a:avLst/>
          </a:prstGeom>
          <a:solidFill>
            <a:srgbClr val="97BC62"/>
          </a:solidFill>
          <a:ln/>
        </p:spPr>
      </p:sp>
      <p:sp>
        <p:nvSpPr>
          <p:cNvPr id="13" name="Text 9"/>
          <p:cNvSpPr/>
          <p:nvPr/>
        </p:nvSpPr>
        <p:spPr>
          <a:xfrm>
            <a:off x="8092440" y="2514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7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fertilizer and resource management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863840" y="3328416"/>
            <a:ext cx="91440" cy="91440"/>
          </a:xfrm>
          <a:prstGeom prst="oval">
            <a:avLst/>
          </a:prstGeom>
          <a:solidFill>
            <a:srgbClr val="97BC62"/>
          </a:solidFill>
          <a:ln/>
        </p:spPr>
      </p:sp>
      <p:sp>
        <p:nvSpPr>
          <p:cNvPr id="15" name="Text 11"/>
          <p:cNvSpPr/>
          <p:nvPr/>
        </p:nvSpPr>
        <p:spPr>
          <a:xfrm>
            <a:off x="8092440" y="317296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7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productivity through data-driven insight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863840" y="3986784"/>
            <a:ext cx="91440" cy="91440"/>
          </a:xfrm>
          <a:prstGeom prst="oval">
            <a:avLst/>
          </a:prstGeom>
          <a:solidFill>
            <a:srgbClr val="97BC62"/>
          </a:solidFill>
          <a:ln/>
        </p:spPr>
      </p:sp>
      <p:sp>
        <p:nvSpPr>
          <p:cNvPr id="17" name="Text 13"/>
          <p:cNvSpPr/>
          <p:nvPr/>
        </p:nvSpPr>
        <p:spPr>
          <a:xfrm>
            <a:off x="8092440" y="383133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7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route to greater agricultural efficiency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7863840" y="4736592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feature-engineered data trains and validates every model in the comparison.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4008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INPUT FACTORS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40080" y="278892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21" name="Image 2" descr="/home/claude/icons_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99466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02920" y="377647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Level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1719072" y="278892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24" name="Image 3" descr="/home/claude/icons_ato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812" y="299466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81912" y="377647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(N)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2798064" y="278892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27" name="Image 4" descr="/home/claude/icons_bo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3804" y="2994660"/>
            <a:ext cx="502920" cy="5029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660904" y="377647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Phosphorus (P)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877056" y="278892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30" name="Image 5" descr="/home/claude/icons_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2796" y="2994660"/>
            <a:ext cx="502920" cy="5029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739896" y="377647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Potassium (K)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4956048" y="278892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33" name="Image 6" descr="/home/claude/icons_lea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1788" y="2994660"/>
            <a:ext cx="502920" cy="5029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818888" y="377647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Matter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6035040" y="278892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36" name="Image 7" descr="/home/claude/icons_ti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0780" y="2994660"/>
            <a:ext cx="502920" cy="50292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897880" y="377647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</a:t>
            </a:r>
            <a:endParaRPr lang="en-US" sz="1050" dirty="0"/>
          </a:p>
        </p:txBody>
      </p:sp>
      <p:sp>
        <p:nvSpPr>
          <p:cNvPr id="38" name="Text 28"/>
          <p:cNvSpPr/>
          <p:nvPr/>
        </p:nvSpPr>
        <p:spPr>
          <a:xfrm>
            <a:off x="640080" y="434340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tree-based models are trained and compared to identify the most accurate predictor of soil quality.</a:t>
            </a:r>
            <a:endParaRPr lang="en-US" sz="1300" dirty="0"/>
          </a:p>
        </p:txBody>
      </p:sp>
      <p:sp>
        <p:nvSpPr>
          <p:cNvPr id="39" name="Text 29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E4020"/>
          </a:solidFill>
          <a:ln/>
        </p:spPr>
      </p:sp>
      <p:pic>
        <p:nvPicPr>
          <p:cNvPr id="3" name="Image 0" descr="/home/claude/icons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3035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MODELS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10515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Soil-parameter data (pH, N, P, K, organic matter, moisture) feeds two tree-based machine learning models, whose predictions are compared to find the most reliable classifier of soil quality.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1E6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33172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8" name="Image 1" descr="/home/claude/icons_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05" y="2486025"/>
            <a:ext cx="377190" cy="3771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2004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Tree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914400" y="3703320"/>
            <a:ext cx="2880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interpretable tree that splits on Gini impurity or entropy, pruned to control overfitting and reveal clear decision rules.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297680" y="205740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1E6D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2000" y="233172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13" name="Image 2" descr="/home/claude/icons_tr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305" y="2486025"/>
            <a:ext cx="377190" cy="3771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0" y="32004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572000" y="3703320"/>
            <a:ext cx="2880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of decision trees that averages many predictions — via bagging and feature subsampling — to boost accuracy and resist overfitting.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955280" y="205740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1E6D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29600" y="233172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18" name="Image 3" descr="/home/claude/icons_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3905" y="2486025"/>
            <a:ext cx="377190" cy="37719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9600" y="32004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Comparison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8229600" y="3703320"/>
            <a:ext cx="2880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accuracy, precision, recall, F1, and confusion matrices determine which model classifies soil quality most reliably.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562356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1E4020"/>
          </a:solidFill>
          <a:ln/>
        </p:spPr>
      </p:sp>
      <p:sp>
        <p:nvSpPr>
          <p:cNvPr id="22" name="Text 16"/>
          <p:cNvSpPr/>
          <p:nvPr/>
        </p:nvSpPr>
        <p:spPr>
          <a:xfrm>
            <a:off x="914400" y="56235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7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is compared to deliver reliable soil-quality classifications that support land management, fertilizer planning, and agricultural productivity.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E4020"/>
          </a:solidFill>
          <a:ln/>
        </p:spPr>
      </p:sp>
      <p:pic>
        <p:nvPicPr>
          <p:cNvPr id="3" name="Image 0" descr="/home/claude/icons_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34924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PROPOSED SOLUTION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1051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soil testing is manual, lab-dependent, and too slow to support timely farming decisions — this project replaces that bottleneck with an instant, explainable ML classifier.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87452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474720" y="187452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43800" y="1874520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496312"/>
            <a:ext cx="108813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96312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method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4720" y="249631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lab testing &amp; expert interpretation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543800" y="2496312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ML classification (Decision Tree + Random Forest)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" y="3118104"/>
            <a:ext cx="10881360" cy="621792"/>
          </a:xfrm>
          <a:prstGeom prst="rect">
            <a:avLst/>
          </a:prstGeom>
          <a:solidFill>
            <a:srgbClr val="E1E6DD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118104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time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474720" y="311810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weeks per sample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543800" y="3118104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Near-instant prediction once parameters are entered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0080" y="3739896"/>
            <a:ext cx="108813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3739896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474720" y="373989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lab capacity &amp; expert availability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543800" y="3739896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large numbers of samples at no added expert cost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0080" y="4361688"/>
            <a:ext cx="10881360" cy="621792"/>
          </a:xfrm>
          <a:prstGeom prst="rect">
            <a:avLst/>
          </a:prstGeom>
          <a:solidFill>
            <a:srgbClr val="E1E6DD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436168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474720" y="436168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an agronomist to interpret results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543800" y="4361688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feature importance highlights the drivers of each result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0080" y="4983480"/>
            <a:ext cx="108813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498348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474720" y="498348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Single-point measurement, no ensemble validation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543800" y="4983480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(bagging + subsampling) reduces variance, improves reliability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E4020"/>
          </a:solidFill>
          <a:ln/>
        </p:spPr>
      </p:sp>
      <p:pic>
        <p:nvPicPr>
          <p:cNvPr id="3" name="Image 0" descr="/home/claude/icons_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34924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 &amp; DETAILS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1143000"/>
            <a:ext cx="603504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1E6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182880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soil quality using six core parameters — pH, N, P, K, organic matter, and moisture.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an interpretable Decision Tree baseline against a Random Forest ensemble.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ML lifecycle: preprocessing → feature engineering → training → cross-validated evaluation → interpretation.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demonstrates higher accuracy and stability than the single Decision Tree.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real-world use — supports sustainable agriculture and informed land-management decisions.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14400" y="489204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E1E6DD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489204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models  ·  6 input features  ·  5+ evaluation metrics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0" y="1143000"/>
            <a:ext cx="4663440" cy="4937760"/>
          </a:xfrm>
          <a:prstGeom prst="roundRect">
            <a:avLst>
              <a:gd name="adj" fmla="val 1961"/>
            </a:avLst>
          </a:prstGeom>
          <a:solidFill>
            <a:srgbClr val="233324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0" y="12984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DETAILS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32320" y="169164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132320" y="1911096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F7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Quality Classification Using Random Forest and Decision Tree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132320" y="225856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132320" y="2478024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F7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(25SC2107E)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132320" y="282549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132320" y="3044952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F7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19  ·  Section 6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132320" y="339242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132320" y="36118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F7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Naveen (2520030518)</a:t>
            </a:r>
            <a:endParaRPr lang="en-US" sz="10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F7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Advaith (2520030524)</a:t>
            </a:r>
            <a:endParaRPr lang="en-US" sz="10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F7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Shashe Preetham (2520030534)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132320" y="436168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132320" y="4581144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F7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G. Ravindra Babu, Professor, Dept. of CSE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132320" y="492861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132320" y="5148072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F7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L Deemed to be University, Bachupally</a:t>
            </a:r>
            <a:endParaRPr lang="en-US" sz="10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F7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– 500090, Telangana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108960" cy="3108960"/>
          </a:xfrm>
          <a:prstGeom prst="ellipse">
            <a:avLst/>
          </a:prstGeom>
          <a:solidFill>
            <a:srgbClr val="97BC62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5120640"/>
            <a:ext cx="3108960" cy="3108960"/>
          </a:xfrm>
          <a:prstGeom prst="ellipse">
            <a:avLst/>
          </a:prstGeom>
          <a:solidFill>
            <a:srgbClr val="97BC62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2331720"/>
            <a:ext cx="1371600" cy="137160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5" name="Image 0" descr="/home/claude/icons_seed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3570" y="2640330"/>
            <a:ext cx="754380" cy="754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337560" y="39319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4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33756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Quality Classification  ·  Team 19  ·  Machine Learning (25SC2107E)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2026-08-12T05:06:07Z</dcterms:created>
  <dcterms:modified xsi:type="dcterms:W3CDTF">2026-08-12T05:06:07Z</dcterms:modified>
</cp:coreProperties>
</file>